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0">
                <a:latin typeface="Microsoft JhengHei"/>
              </a:defRPr>
            </a:pPr>
            <a:r>
              <a:t>爛片現形鏡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 b="0">
                <a:latin typeface="Microsoft JhengHei"/>
              </a:defRPr>
            </a:pPr>
            <a:r>
              <a:t>電影真實評價分析與雷區預警</a:t>
            </a:r>
          </a:p>
          <a:p>
            <a:pPr>
              <a:defRPr sz="1600" b="0">
                <a:latin typeface="Microsoft JhengHei"/>
              </a:defRPr>
            </a:pPr>
            <a:r>
              <a:t>組員：（請填入組員姓名）</a:t>
            </a:r>
          </a:p>
          <a:p>
            <a:pPr>
              <a:defRPr sz="1600" b="0">
                <a:latin typeface="Microsoft JhengHei"/>
              </a:defRPr>
            </a:pPr>
            <a:r>
              <a:t>網路資料擷取與分析 自選專題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Microsoft JhengHei"/>
              </a:defRPr>
            </a:pPr>
            <a:r>
              <a:t>研究動機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Microsoft JhengHei"/>
              </a:defRPr>
            </a:pPr>
            <a:r>
              <a:t>電影預告片往往精采，實際觀影卻常踩雷。</a:t>
            </a:r>
          </a:p>
          <a:p>
            <a:pPr>
              <a:defRPr sz="1800" b="0">
                <a:latin typeface="Microsoft JhengHei"/>
              </a:defRPr>
            </a:pPr>
            <a:r>
              <a:t>PTT 電影版有大量真實鄉民短評，適合做輿情分析。</a:t>
            </a:r>
          </a:p>
          <a:p>
            <a:pPr>
              <a:defRPr sz="1800" b="0">
                <a:latin typeface="Microsoft JhengHei"/>
              </a:defRPr>
            </a:pPr>
            <a:r>
              <a:t>本專題自動擷取、分析並視覺化，提供避雷參考。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Microsoft JhengHei"/>
              </a:defRPr>
            </a:pPr>
            <a:r>
              <a:t>資料擷取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Microsoft JhengHei"/>
              </a:defRPr>
            </a:pPr>
            <a:r>
              <a:t>來源：PTT 電影版（bbs/Movie）</a:t>
            </a:r>
          </a:p>
          <a:p>
            <a:pPr>
              <a:defRPr sz="1800" b="0">
                <a:latin typeface="Microsoft JhengHei"/>
              </a:defRPr>
            </a:pPr>
            <a:r>
              <a:t>工具：Requests + BeautifulSoup</a:t>
            </a:r>
          </a:p>
          <a:p>
            <a:pPr>
              <a:defRPr sz="1800" b="0">
                <a:latin typeface="Microsoft JhengHei"/>
              </a:defRPr>
            </a:pPr>
            <a:r>
              <a:t>擷取文章內文與推文（推／噓／→）</a:t>
            </a:r>
          </a:p>
          <a:p>
            <a:pPr>
              <a:defRPr sz="1800" b="0">
                <a:latin typeface="Microsoft JhengHei"/>
              </a:defRPr>
            </a:pPr>
            <a:r>
              <a:t>分析電影數：5 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Microsoft JhengHei"/>
              </a:defRPr>
            </a:pPr>
            <a:r>
              <a:t>分析方法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Microsoft JhengHei"/>
              </a:defRPr>
            </a:pPr>
            <a:r>
              <a:t>Jieba 中文斷詞，去除停用詞</a:t>
            </a:r>
          </a:p>
          <a:p>
            <a:pPr>
              <a:defRPr sz="1800" b="0">
                <a:latin typeface="Microsoft JhengHei"/>
              </a:defRPr>
            </a:pPr>
            <a:r>
              <a:t>統計高頻詞、好評詞、負評詞</a:t>
            </a:r>
          </a:p>
          <a:p>
            <a:pPr>
              <a:defRPr sz="1800" b="0">
                <a:latin typeface="Microsoft JhengHei"/>
              </a:defRPr>
            </a:pPr>
            <a:r>
              <a:t>依推文標籤（推/噓）計算情緒傾向</a:t>
            </a:r>
          </a:p>
          <a:p>
            <a:pPr>
              <a:defRPr sz="1800" b="0">
                <a:latin typeface="Microsoft JhengHei"/>
              </a:defRPr>
            </a:pPr>
            <a:r>
              <a:t>WordCloud 產生整體／好評／負評文字雲</a:t>
            </a:r>
          </a:p>
          <a:p>
            <a:pPr>
              <a:defRPr sz="1800" b="0">
                <a:latin typeface="Microsoft JhengHei"/>
              </a:defRPr>
            </a:pPr>
            <a:r>
              <a:t>Gemini AI 產生 50 字內一句話總結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JhengHei"/>
              </a:defRPr>
            </a:pPr>
            <a:r>
              <a:t>《周處除三害》— 推薦</a:t>
            </a:r>
          </a:p>
        </p:txBody>
      </p:sp>
      <p:pic>
        <p:nvPicPr>
          <p:cNvPr id="4" name="Picture 3" descr="pig_snake_pigeo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6035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latin typeface="Microsoft JhengHei"/>
              </a:defRPr>
            </a:pPr>
            <a:r>
              <a:t>《周處除三害》口碑不錯，討論熱詞有「中國、香港、知道」。整體偏推薦。｜推/噓：141/30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JhengHei"/>
              </a:defRPr>
            </a:pPr>
            <a:r>
              <a:t>《鬼滅之刃 無限城篇》— 推薦</a:t>
            </a:r>
          </a:p>
        </p:txBody>
      </p:sp>
      <p:pic>
        <p:nvPicPr>
          <p:cNvPr id="4" name="Picture 3" descr="demon_slayer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6035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latin typeface="Microsoft JhengHei"/>
              </a:defRPr>
            </a:pPr>
            <a:r>
              <a:t>《鬼滅之刃 無限城篇》口碑不錯，討論熱詞有「票房、日本、鬼滅」。整體偏推薦。｜推/噓：113/12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Microsoft JhengHei"/>
              </a:defRPr>
            </a:pPr>
            <a:r>
              <a:t>《大絕招》— 推薦</a:t>
            </a:r>
          </a:p>
        </p:txBody>
      </p:sp>
      <p:pic>
        <p:nvPicPr>
          <p:cNvPr id="4" name="Picture 3" descr="big_trick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6035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latin typeface="Microsoft JhengHei"/>
              </a:defRPr>
            </a:pPr>
            <a:r>
              <a:t>《大絕招》口碑不錯，討論熱詞有「期待、梁朝、十環」。整體偏推薦。｜推/噓：65/7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Microsoft JhengHei"/>
              </a:defRPr>
            </a:pPr>
            <a:r>
              <a:t>各片 AI 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Microsoft JhengHei"/>
              </a:defRPr>
            </a:pPr>
            <a:r>
              <a:t>《周處除三害》：推薦 — 《周處除三害》口碑不錯，討論熱詞有「中國、香港、知道」。整體偏推薦。</a:t>
            </a:r>
          </a:p>
          <a:p>
            <a:pPr>
              <a:defRPr sz="1800" b="0">
                <a:latin typeface="Microsoft JhengHei"/>
              </a:defRPr>
            </a:pPr>
            <a:r>
              <a:t>《鬼滅之刃 無限城篇》：推薦 — 《鬼滅之刃 無限城篇》口碑不錯，討論熱詞有「票房、日本、鬼滅」。整體偏推薦。</a:t>
            </a:r>
          </a:p>
          <a:p>
            <a:pPr>
              <a:defRPr sz="1800" b="0">
                <a:latin typeface="Microsoft JhengHei"/>
              </a:defRPr>
            </a:pPr>
            <a:r>
              <a:t>《大絕招》：推薦 — 《大絕招》口碑不錯，討論熱詞有「期待、梁朝、十環」。整體偏推薦。</a:t>
            </a:r>
          </a:p>
          <a:p>
            <a:pPr>
              <a:defRPr sz="1800" b="0">
                <a:latin typeface="Microsoft JhengHei"/>
              </a:defRPr>
            </a:pPr>
            <a:r>
              <a:t>《不可能的任務：最終清算》：推薦 — 《不可能的任務：最終清算》口碑不錯，討論熱詞有「好看、妙算、影集」。整體偏推薦。</a:t>
            </a:r>
          </a:p>
          <a:p>
            <a:pPr>
              <a:defRPr sz="1800" b="0">
                <a:latin typeface="Microsoft JhengHei"/>
              </a:defRPr>
            </a:pPr>
            <a:r>
              <a:t>《美國隊長：無畏新世界》：推薦 — 《美國隊長：無畏新世界》口碑不錯，討論熱詞有「美國隊、美隊、回來」。整體偏推薦。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Microsoft JhengHei"/>
              </a:defRPr>
            </a:pPr>
            <a:r>
              <a:t>Demo 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Microsoft JhengHei"/>
              </a:defRPr>
            </a:pPr>
            <a:r>
              <a:t>1. python main.py</a:t>
            </a:r>
          </a:p>
          <a:p>
            <a:pPr>
              <a:defRPr sz="1800" b="0">
                <a:latin typeface="Microsoft JhengHei"/>
              </a:defRPr>
            </a:pPr>
            <a:r>
              <a:t>2. 開啟 output/index.html</a:t>
            </a:r>
          </a:p>
          <a:p>
            <a:pPr>
              <a:defRPr sz="1800" b="0">
                <a:latin typeface="Microsoft JhengHei"/>
              </a:defRPr>
            </a:pPr>
            <a:r>
              <a:t>3. 下拉選電影，展示文字雲與 AI 避雷句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latin typeface="Microsoft JhengHei"/>
              </a:defRPr>
            </a:pPr>
            <a:r>
              <a:t>限制與倫理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Microsoft JhengHei"/>
              </a:defRPr>
            </a:pPr>
            <a:r>
              <a:t>樣本僅來自 PTT，不代表全體觀眾</a:t>
            </a:r>
          </a:p>
          <a:p>
            <a:pPr>
              <a:defRPr sz="1800" b="0">
                <a:latin typeface="Microsoft JhengHei"/>
              </a:defRPr>
            </a:pPr>
            <a:r>
              <a:t>研究用途，遵守禮貌爬蟲（延遲請求）</a:t>
            </a:r>
          </a:p>
          <a:p>
            <a:pPr>
              <a:defRPr sz="1800" b="0">
                <a:latin typeface="Microsoft JhengHei"/>
              </a:defRPr>
            </a:pPr>
            <a:r>
              <a:t>AI 摘要僅供參考，非專業影評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0">
                <a:latin typeface="Microsoft JhengHei"/>
              </a:defRPr>
            </a:pPr>
            <a:r>
              <a:t>謝謝聆聽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 b="0">
                <a:latin typeface="Microsoft Jheng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